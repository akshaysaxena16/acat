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2000" cy="308610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760" y="350000"/>
            <a:ext cx="2682240" cy="1165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000" y="1200000"/>
            <a:ext cx="9144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Cloud-native eCommerce Platform</a:t>
            </a:r>
          </a:p>
          <a:p>
            <a:pPr>
              <a:defRPr sz="1800">
                <a:solidFill>
                  <a:srgbClr val="D2E0FF"/>
                </a:solidFill>
              </a:defRPr>
            </a:pPr>
            <a:r>
              <a:t>AWS Architecture • EKS Microservices • HA/DR • CI/CD • Observability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500000"/>
            <a:ext cx="2600000" cy="42000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Technical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258000"/>
            <a:ext cx="9144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E0FF"/>
                </a:solidFill>
              </a:defRPr>
            </a:pPr>
            <a:r>
              <a:t>Prepared for eCommerce cloud-native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1300000"/>
            <a:ext cx="360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00" y="1450000"/>
            <a:ext cx="3200000" cy="1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What we built / target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Serverless frontend: S3 + CloudFront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Secure edge: AWS WAF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Backend: EKS microservices (Catalog/Cart/Order)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ALB Ingress: k8s-ecommerc-ecommerc-1021125259-104309239.us-east-2.elb.amazonaws.com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0000" y="1300000"/>
            <a:ext cx="360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0000" y="1450000"/>
            <a:ext cx="3200000" cy="1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Why this architecture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Low latency (global CDN)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Elastic scale for peaks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Strong security controls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Cost-optimized managed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0000" y="1300000"/>
            <a:ext cx="360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0000" y="1450000"/>
            <a:ext cx="3200000" cy="1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Outcome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Fast delivery + clear runbooks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CI pipeline builds/pushes images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HA-ready (Multi-AZ)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DR-ready (multi-region strategy)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User Journeys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750000"/>
            <a:ext cx="25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Browse products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00000" y="2075000"/>
            <a:ext cx="3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50000" y="1750000"/>
            <a:ext cx="25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Add to cart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50000" y="2075000"/>
            <a:ext cx="3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00000" y="1750000"/>
            <a:ext cx="25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Checkout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00000" y="2075000"/>
            <a:ext cx="3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50000" y="1750000"/>
            <a:ext cx="25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Order placed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800000"/>
            <a:ext cx="10400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2950000"/>
            <a:ext cx="10000000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API endpoints behind ALB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/api/catalog/* , /api/cart/* , /api/order/*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Health checks: /api/{service}/health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Designed for future expansion: payments, inventory,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Target Architecture (High Level)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000" y="1700000"/>
            <a:ext cx="19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Users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00000" y="2000000"/>
            <a:ext cx="2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0000" y="1700000"/>
            <a:ext cx="19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Route 53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50000" y="2000000"/>
            <a:ext cx="2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00000" y="1700000"/>
            <a:ext cx="1900000" cy="65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WAF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0000" y="2000000"/>
            <a:ext cx="2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50000" y="1700000"/>
            <a:ext cx="1900000" cy="65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CloudFront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50000" y="2000000"/>
            <a:ext cx="2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00000" y="1700000"/>
            <a:ext cx="19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S3 (Frontend)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300000" y="2000000"/>
            <a:ext cx="2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550000" y="1700000"/>
            <a:ext cx="19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ALB (API)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3450000" y="2000000"/>
            <a:ext cx="25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00000" y="1700000"/>
            <a:ext cx="1900000" cy="650000"/>
          </a:xfrm>
          <a:prstGeom prst="roundRect">
            <a:avLst/>
          </a:prstGeom>
          <a:solidFill>
            <a:srgbClr val="E8FCF2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EKS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0" y="2700000"/>
            <a:ext cx="11100000" cy="2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000" y="2850000"/>
            <a:ext cx="10700000" cy="1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Data &amp; integration (recommended)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Aurora (orders/users), DynamoDB (carts/sessions), Redis (cache), OpenSearch (search)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SNS/SQS for async workflows; Kinesis → S3 data lake → Athena/QuickSight for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VPC Design (Public/Private Subnets)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51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4700000" cy="39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Public Subnets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ALB Ingress (internet-facing)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NAT Gateways (egress for private)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IGW attached to VPC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1500000"/>
            <a:ext cx="51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000" y="1650000"/>
            <a:ext cx="4700000" cy="39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Private Subnets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EKS nodes / pods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Internal service-to-service traffic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Private access via VPC endpoints (S3/ECR/CloudWatch)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Microservices &amp; Data Ownership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54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5000000" cy="2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Microservices (EKS)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Catalog service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Cart service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Order service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Future: payments, inventory,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0000" y="1500000"/>
            <a:ext cx="45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0000" y="1650000"/>
            <a:ext cx="4100000" cy="2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Data (target)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Aurora: orders/users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DynamoDB: carts/sessions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Redis: caching/rate limits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OpenSearch: search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100000"/>
            <a:ext cx="10300000" cy="1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0000" y="4250000"/>
            <a:ext cx="9900000" cy="1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Async &amp; analytics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SNS/SQS for event-driven workflows (retries + DLQ)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Clickstream/transactions → data lake for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CI/CD Pipeline (Automated)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103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99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GitHub Actions → Docker Hub → EKS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Build &amp; push: tedakshay/ecomerce-{catalog,cart,order}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Deploy: kubectl apply (no Helm), rolling rollout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Frontend: build → S3 upload → CloudFront invalidate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2800000"/>
            <a:ext cx="1700000" cy="60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PR/Push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0000" y="3070000"/>
            <a:ext cx="18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0000" y="2800000"/>
            <a:ext cx="1700000" cy="60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Tests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80000" y="3070000"/>
            <a:ext cx="18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0000" y="2800000"/>
            <a:ext cx="1700000" cy="60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Build Images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60000" y="3070000"/>
            <a:ext cx="18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0000" y="2800000"/>
            <a:ext cx="1700000" cy="60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Push Docker Hub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40000" y="3070000"/>
            <a:ext cx="18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20000" y="2800000"/>
            <a:ext cx="1700000" cy="60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kubectl apply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120000" y="3070000"/>
            <a:ext cx="180000" cy="5000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00000" y="2800000"/>
            <a:ext cx="1700000" cy="600000"/>
          </a:xfrm>
          <a:prstGeom prst="roundRect">
            <a:avLst/>
          </a:prstGeom>
          <a:solidFill>
            <a:srgbClr val="EAF4FF"/>
          </a:solidFill>
          <a:ln>
            <a:solidFill>
              <a:srgbClr val="D2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926"/>
                </a:solidFill>
              </a:defRPr>
            </a:pPr>
            <a:r>
              <a:t>Smoke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High Availability (Multi-AZ)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103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9900000" cy="1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HA design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ALB across AZs; health checks remove unhealthy targets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EKS replicas spread across AZs; HPA + PDB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Datastores: Aurora Multi-AZ, Redis replication group, OpenSearch multi-AZ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3200000"/>
            <a:ext cx="50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0000" y="3350000"/>
            <a:ext cx="4600000" cy="2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SLO examples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API p95 latency target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Checkout success rate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Error budget burn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3200000"/>
            <a:ext cx="50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000" y="3350000"/>
            <a:ext cx="4600000" cy="2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Scale for peaks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Autoscaling node groups + HPA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Queue-based async processing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CDN caching for static assets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Disaster Recovery (Multi-Region Warm Standby)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103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9900000" cy="1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DR approach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Route 53 failover + CloudFront origin failover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Data replication: S3 CRR, Aurora Global DB, DynamoDB Global Tables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Region B warm standby EKS scaled down until failover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" y="3500000"/>
            <a:ext cx="1030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0000" y="3650000"/>
            <a:ext cx="9900000" cy="18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Failover drill (summary)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1) Detect outage → fail over traffic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2) Promote DB writer in DR region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3) Scale EKS workloads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4) Validate login/browse/cart/order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5) Controlled failback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Security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50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4600000" cy="2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Edge security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AWS WAF managed rules (OWASP)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Rate limiting &amp; bot controls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TLS via CloudFront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1500000"/>
            <a:ext cx="50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000" y="1650000"/>
            <a:ext cx="4600000" cy="2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Platform security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IAM least privilege + IRSA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Secrets Manager + KMS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Private subnets for workloads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200000"/>
            <a:ext cx="1030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0000" y="4350000"/>
            <a:ext cx="9900000" cy="1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Recommended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Cognito for authentication, audit logs, dependency scanning in 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Monitoring &amp; Troubleshooting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52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4800000" cy="2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Monitoring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CloudWatch metrics/logs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ALB: 5xx, latency, healthy targets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EKS: pod restarts, CPU/mem, HPA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000" y="1500000"/>
            <a:ext cx="49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000" y="1650000"/>
            <a:ext cx="4500000" cy="2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Troubleshooting quick wins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Ingress ADDRESS empty → controller/subnet tags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500s → service ports / probes / logs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ImagePullBackOff → image name/tag/policy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100000"/>
            <a:ext cx="10300000" cy="1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0000" y="4250000"/>
            <a:ext cx="9900000" cy="1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Runbooks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Deployment/rollback • incident response • DR drill checklist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Roadmap /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500000"/>
            <a:ext cx="103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000" y="1650000"/>
            <a:ext cx="9900000" cy="3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1926"/>
                </a:solidFill>
              </a:defRPr>
            </a:pPr>
            <a:r>
              <a:t>Next steps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Finalize datastore choices per domain (Aurora/DynamoDB/Redis)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Add payments + inventory + notifications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Add GitOps (optional) and progressive delivery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Load test sale/flash-sale profiles and tune autoscaling</a:t>
            </a:r>
          </a:p>
          <a:p>
            <a:pPr>
              <a:defRPr sz="1200">
                <a:solidFill>
                  <a:srgbClr val="5A6278"/>
                </a:solidFill>
              </a:defRPr>
            </a:pPr>
            <a:r>
              <a:t>Production hardening: WAF tuning, secrets rotation, backup/restore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9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16"/>
            <a:ext cx="12192000" cy="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440" y="180000"/>
            <a:ext cx="2194560" cy="95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1500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Thank You</a:t>
            </a:r>
          </a:p>
          <a:p>
            <a:pPr>
              <a:defRPr sz="1400">
                <a:solidFill>
                  <a:srgbClr val="D2E0FF"/>
                </a:solidFill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B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6516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78"/>
                </a:solidFill>
              </a:defRPr>
            </a:pPr>
            <a:r>
              <a:t>Cloud-native eCommerce Platform | AWS (S3 + CloudFront + WAF +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16520"/>
            <a:ext cx="60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